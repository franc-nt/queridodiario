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1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0308FB-AE5C-0FAB-BC4C-5E073568D2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328108F-460E-E5A0-D3C1-92882ABA52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DD605B-119B-5D15-117B-3AF891F33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08102-6B4F-4411-8BEF-DB013A3E3E6D}" type="datetimeFigureOut">
              <a:rPr lang="pt-BR" smtClean="0"/>
              <a:t>08/02/2026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8A6A02E-EF87-F6B7-EA42-B08974E69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63E2A4-A7E1-B502-1D19-151C4C28F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21AC-8713-4B7E-9A06-6A281CFE75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0127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EC5910-870A-B202-2CAA-91FD5ED8F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9DBFF0-ED45-0948-18B5-65EB74101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DCC9515-369B-35B6-0A75-44CD61454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08102-6B4F-4411-8BEF-DB013A3E3E6D}" type="datetimeFigureOut">
              <a:rPr lang="pt-BR" smtClean="0"/>
              <a:t>08/02/2026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FC8F2CB-BE96-7E90-9621-E5EC2AE6B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1F08735-740C-C6CF-2090-3210F7426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21AC-8713-4B7E-9A06-6A281CFE75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8162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4C5D41-B5C9-E865-5A2B-1F5A67E69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0506FD0-0B3F-BBB0-611F-20E147F19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ED28B5-1F76-10FE-3803-619C81865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08102-6B4F-4411-8BEF-DB013A3E3E6D}" type="datetimeFigureOut">
              <a:rPr lang="pt-BR" smtClean="0"/>
              <a:t>08/02/2026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E0E7437-2BF2-5061-A385-830C897AF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3A8E87D-DF76-4C6C-FEC1-58A993BDE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21AC-8713-4B7E-9A06-6A281CFE75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7766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DBF741-C91B-2B92-5376-E1F4F03BB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84AE24-3E50-14D6-4982-76CF9D4A37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9E1C830-613A-A60C-3B78-73582E38D6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7CEF27A-608A-AC9D-D6A3-E2F5AAEC1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08102-6B4F-4411-8BEF-DB013A3E3E6D}" type="datetimeFigureOut">
              <a:rPr lang="pt-BR" smtClean="0"/>
              <a:t>08/02/2026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576217C-6732-5C18-9D4D-FE4E04043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5DDA6BE-57B5-D296-BB2D-2C9A24D76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21AC-8713-4B7E-9A06-6A281CFE75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0136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0F2C1A-2D6D-29B7-B370-37B1F8BA5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CCB1295-BFB8-E2CC-C93B-4CE2B40C84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B35DD61-9FC3-3C46-A884-C596E27499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3185490-6221-CC76-5A22-226FE3F7F8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F2F3AB1-CF68-A320-A6F2-59FBE443E2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F8702EA-73FE-7CBB-CE26-264429DCA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08102-6B4F-4411-8BEF-DB013A3E3E6D}" type="datetimeFigureOut">
              <a:rPr lang="pt-BR" smtClean="0"/>
              <a:t>08/02/2026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A22AC6B-9D45-65EE-46AC-3A99A5FE1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72C0448-EF6A-1525-A9F6-2472C7AAD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21AC-8713-4B7E-9A06-6A281CFE75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0582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71EA78-5367-B0EB-6900-29261C02A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246F0A3-BCBE-1549-A712-1F535E7FE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08102-6B4F-4411-8BEF-DB013A3E3E6D}" type="datetimeFigureOut">
              <a:rPr lang="pt-BR" smtClean="0"/>
              <a:t>08/02/2026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0717AED-6342-E199-A653-AF17B1031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971AE9A-596F-012C-D183-5F943CB86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21AC-8713-4B7E-9A06-6A281CFE75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6641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8C9D4D6-FC58-AB4E-CD10-D381669A5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08102-6B4F-4411-8BEF-DB013A3E3E6D}" type="datetimeFigureOut">
              <a:rPr lang="pt-BR" smtClean="0"/>
              <a:t>08/02/2026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9BBBEA9-F8B3-BDB5-9899-07096E926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5367810-3CAC-73FE-B346-DF6E2846E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21AC-8713-4B7E-9A06-6A281CFE75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908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FF38D2-6ED7-B12B-62D6-29F0B8518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41B79C4-449C-8D55-8015-0D4259821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0B1D138-E0AF-9D05-2168-D44B32F5FA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FEF6BBF-847F-204C-CF6C-B61222FE9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08102-6B4F-4411-8BEF-DB013A3E3E6D}" type="datetimeFigureOut">
              <a:rPr lang="pt-BR" smtClean="0"/>
              <a:t>08/02/2026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113B2D1-B8A4-05CE-F55C-85BED0CD3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CA0A042-B704-20D1-59A8-D7520BE6F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21AC-8713-4B7E-9A06-6A281CFE75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05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7633C4-C664-6867-DB61-40C4C4E67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C142957-A286-19D7-8C54-D21E580E76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9898167-F272-4A24-9514-94043AA90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81A7187-49C5-4D7A-6FDE-998554819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08102-6B4F-4411-8BEF-DB013A3E3E6D}" type="datetimeFigureOut">
              <a:rPr lang="pt-BR" smtClean="0"/>
              <a:t>08/02/2026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52DBE6D-6041-8F03-3E01-3D91E9A90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02C0460-6F27-A190-2E7E-BB3FCD521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21AC-8713-4B7E-9A06-6A281CFE75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4763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8566CA-8C35-DAA8-01E3-7FA4A25CF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E86FAE-9343-259D-1FF3-74CA501AF9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840C06-89C5-91F7-5836-311478A0C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08102-6B4F-4411-8BEF-DB013A3E3E6D}" type="datetimeFigureOut">
              <a:rPr lang="pt-BR" smtClean="0"/>
              <a:t>08/02/2026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800C1E-5FC1-26A2-ED2C-37C1B4F8D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E5927C-0818-2AA0-FD33-495461D41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21AC-8713-4B7E-9A06-6A281CFE75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811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FC1D0E1-141C-8DB1-7CE8-5F41F2CE0F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F958205-56F5-0106-4281-265614D72E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0A8B7F2-9913-7926-4761-AB052B878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08102-6B4F-4411-8BEF-DB013A3E3E6D}" type="datetimeFigureOut">
              <a:rPr lang="pt-BR" smtClean="0"/>
              <a:t>08/02/2026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7919DEC-2FD0-1603-328B-29CDE06BA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4C92449-D4AD-3D60-8716-F11F51EED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21AC-8713-4B7E-9A06-6A281CFE75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1518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93E08AB-8991-BAAD-D61B-4267F26A6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2782EA3-DA5E-E5DF-FCDC-1D8B876EE0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B4106D-7CDB-54F6-C3D4-1104944C28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108102-6B4F-4411-8BEF-DB013A3E3E6D}" type="datetimeFigureOut">
              <a:rPr lang="pt-BR" smtClean="0"/>
              <a:t>08/02/2026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C99B51E-336A-9C47-827F-7019C60B77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E84B7C3-3A4D-BAB0-2501-6ACD4AE95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7521AC-8713-4B7E-9A06-6A281CFE75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3700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F254B027-1BBB-CB8E-6CE3-96117E5F8997}"/>
              </a:ext>
            </a:extLst>
          </p:cNvPr>
          <p:cNvSpPr/>
          <p:nvPr/>
        </p:nvSpPr>
        <p:spPr>
          <a:xfrm>
            <a:off x="9565468" y="1197511"/>
            <a:ext cx="1931314" cy="508000"/>
          </a:xfrm>
          <a:prstGeom prst="roundRect">
            <a:avLst>
              <a:gd name="adj" fmla="val 31541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Cadastrar Diário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7235B00E-2517-2C89-0609-8A05B17940AC}"/>
              </a:ext>
            </a:extLst>
          </p:cNvPr>
          <p:cNvSpPr/>
          <p:nvPr/>
        </p:nvSpPr>
        <p:spPr>
          <a:xfrm>
            <a:off x="1519089" y="2367054"/>
            <a:ext cx="1799463" cy="1061946"/>
          </a:xfrm>
          <a:prstGeom prst="roundRect">
            <a:avLst>
              <a:gd name="adj" fmla="val 1412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Maria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FE4FD462-BA5A-74CD-4984-9044D40A4E56}"/>
              </a:ext>
            </a:extLst>
          </p:cNvPr>
          <p:cNvSpPr/>
          <p:nvPr/>
        </p:nvSpPr>
        <p:spPr>
          <a:xfrm>
            <a:off x="4157835" y="2367054"/>
            <a:ext cx="1799463" cy="1061946"/>
          </a:xfrm>
          <a:prstGeom prst="roundRect">
            <a:avLst>
              <a:gd name="adj" fmla="val 1412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Joana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F16530C-4000-5323-4D03-B66EF1373BC3}"/>
              </a:ext>
            </a:extLst>
          </p:cNvPr>
          <p:cNvSpPr txBox="1"/>
          <p:nvPr/>
        </p:nvSpPr>
        <p:spPr>
          <a:xfrm>
            <a:off x="4296781" y="400692"/>
            <a:ext cx="15215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/>
              <a:t>Diários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489878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ADD8523B-031B-6DDA-E0C5-0CC2A33647F9}"/>
              </a:ext>
            </a:extLst>
          </p:cNvPr>
          <p:cNvSpPr txBox="1"/>
          <p:nvPr/>
        </p:nvSpPr>
        <p:spPr>
          <a:xfrm>
            <a:off x="3341284" y="380143"/>
            <a:ext cx="50658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/>
              <a:t>Rotinas do Diário de Maria</a:t>
            </a:r>
            <a:endParaRPr lang="pt-BR" b="1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C26671A-A1FE-8103-B1F6-C12C79B5B9B9}"/>
              </a:ext>
            </a:extLst>
          </p:cNvPr>
          <p:cNvSpPr/>
          <p:nvPr/>
        </p:nvSpPr>
        <p:spPr>
          <a:xfrm>
            <a:off x="9575742" y="1135867"/>
            <a:ext cx="2105975" cy="579918"/>
          </a:xfrm>
          <a:prstGeom prst="roundRect">
            <a:avLst>
              <a:gd name="adj" fmla="val 31541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Cadastrar Rotina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2E352BD6-2CC5-60E9-A070-76A1EB8388FF}"/>
              </a:ext>
            </a:extLst>
          </p:cNvPr>
          <p:cNvSpPr/>
          <p:nvPr/>
        </p:nvSpPr>
        <p:spPr>
          <a:xfrm>
            <a:off x="1827314" y="2438973"/>
            <a:ext cx="1799463" cy="1061946"/>
          </a:xfrm>
          <a:prstGeom prst="roundRect">
            <a:avLst>
              <a:gd name="adj" fmla="val 1412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Manhã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4107CFF4-AE4A-A54C-7958-658DC48F13B1}"/>
              </a:ext>
            </a:extLst>
          </p:cNvPr>
          <p:cNvSpPr/>
          <p:nvPr/>
        </p:nvSpPr>
        <p:spPr>
          <a:xfrm>
            <a:off x="4466060" y="2438973"/>
            <a:ext cx="1799463" cy="1061946"/>
          </a:xfrm>
          <a:prstGeom prst="roundRect">
            <a:avLst>
              <a:gd name="adj" fmla="val 1412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Tarde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27875DEB-9DD1-0F4C-8D20-80BC8E4153BA}"/>
              </a:ext>
            </a:extLst>
          </p:cNvPr>
          <p:cNvSpPr/>
          <p:nvPr/>
        </p:nvSpPr>
        <p:spPr>
          <a:xfrm>
            <a:off x="7320563" y="2438973"/>
            <a:ext cx="1799463" cy="1061946"/>
          </a:xfrm>
          <a:prstGeom prst="roundRect">
            <a:avLst>
              <a:gd name="adj" fmla="val 1412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Noite</a:t>
            </a:r>
          </a:p>
        </p:txBody>
      </p:sp>
    </p:spTree>
    <p:extLst>
      <p:ext uri="{BB962C8B-B14F-4D97-AF65-F5344CB8AC3E}">
        <p14:creationId xmlns:p14="http://schemas.microsoft.com/office/powerpoint/2010/main" val="2260177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61A2E-22CC-62C1-D583-9E88C8E19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11FBB1D8-44E5-9762-80D1-29D96A87D367}"/>
              </a:ext>
            </a:extLst>
          </p:cNvPr>
          <p:cNvSpPr txBox="1"/>
          <p:nvPr/>
        </p:nvSpPr>
        <p:spPr>
          <a:xfrm>
            <a:off x="3341284" y="380143"/>
            <a:ext cx="58528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/>
              <a:t>Rotinas Manhã Diário de Maria</a:t>
            </a:r>
            <a:endParaRPr lang="pt-BR" b="1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2EC2C9A1-9A13-F3B4-2BD8-CA0BD0FF7CF2}"/>
              </a:ext>
            </a:extLst>
          </p:cNvPr>
          <p:cNvSpPr/>
          <p:nvPr/>
        </p:nvSpPr>
        <p:spPr>
          <a:xfrm>
            <a:off x="9575742" y="1135867"/>
            <a:ext cx="2352555" cy="579918"/>
          </a:xfrm>
          <a:prstGeom prst="roundRect">
            <a:avLst>
              <a:gd name="adj" fmla="val 31541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Cadastrar Atividade</a:t>
            </a:r>
          </a:p>
        </p:txBody>
      </p: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46B2FDFC-D7ED-FB41-6833-3A1B2E2EC9AC}"/>
              </a:ext>
            </a:extLst>
          </p:cNvPr>
          <p:cNvGrpSpPr/>
          <p:nvPr/>
        </p:nvGrpSpPr>
        <p:grpSpPr>
          <a:xfrm>
            <a:off x="75289" y="2007459"/>
            <a:ext cx="1538714" cy="4198134"/>
            <a:chOff x="75289" y="2007459"/>
            <a:chExt cx="1538714" cy="4198134"/>
          </a:xfrm>
        </p:grpSpPr>
        <p:sp>
          <p:nvSpPr>
            <p:cNvPr id="3" name="Retângulo: Cantos Arredondados 2">
              <a:extLst>
                <a:ext uri="{FF2B5EF4-FFF2-40B4-BE49-F238E27FC236}">
                  <a16:creationId xmlns:a16="http://schemas.microsoft.com/office/drawing/2014/main" id="{51D4EB3F-6115-7612-C492-52AED1EAFE01}"/>
                </a:ext>
              </a:extLst>
            </p:cNvPr>
            <p:cNvSpPr/>
            <p:nvPr/>
          </p:nvSpPr>
          <p:spPr>
            <a:xfrm>
              <a:off x="75289" y="2007459"/>
              <a:ext cx="1538714" cy="4198134"/>
            </a:xfrm>
            <a:prstGeom prst="roundRect">
              <a:avLst>
                <a:gd name="adj" fmla="val 10578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Segunda</a:t>
              </a:r>
            </a:p>
            <a:p>
              <a:pPr algn="ctr"/>
              <a:endParaRPr lang="pt-BR" dirty="0"/>
            </a:p>
            <a:p>
              <a:pPr algn="ctr"/>
              <a:endParaRPr lang="pt-BR" dirty="0"/>
            </a:p>
            <a:p>
              <a:pPr algn="ctr"/>
              <a:endParaRPr lang="pt-BR" dirty="0"/>
            </a:p>
            <a:p>
              <a:pPr algn="ctr"/>
              <a:endParaRPr lang="pt-BR" dirty="0"/>
            </a:p>
            <a:p>
              <a:pPr algn="ctr"/>
              <a:endParaRPr lang="pt-BR" dirty="0"/>
            </a:p>
            <a:p>
              <a:pPr algn="ctr"/>
              <a:endParaRPr lang="pt-BR" dirty="0"/>
            </a:p>
            <a:p>
              <a:pPr algn="ctr"/>
              <a:endParaRPr lang="pt-BR" dirty="0"/>
            </a:p>
            <a:p>
              <a:pPr algn="ctr"/>
              <a:endParaRPr lang="pt-BR" dirty="0"/>
            </a:p>
            <a:p>
              <a:pPr algn="ctr"/>
              <a:endParaRPr lang="pt-BR" dirty="0"/>
            </a:p>
            <a:p>
              <a:pPr algn="ctr"/>
              <a:endParaRPr lang="pt-BR" dirty="0"/>
            </a:p>
            <a:p>
              <a:pPr algn="ctr"/>
              <a:endParaRPr lang="pt-BR" dirty="0"/>
            </a:p>
            <a:p>
              <a:pPr algn="ctr"/>
              <a:endParaRPr lang="pt-BR" dirty="0"/>
            </a:p>
            <a:p>
              <a:pPr algn="ctr"/>
              <a:endParaRPr lang="pt-BR" dirty="0"/>
            </a:p>
            <a:p>
              <a:pPr algn="ctr"/>
              <a:endParaRPr lang="pt-BR" dirty="0"/>
            </a:p>
          </p:txBody>
        </p:sp>
        <p:sp>
          <p:nvSpPr>
            <p:cNvPr id="12" name="Retângulo: Cantos Arredondados 11">
              <a:extLst>
                <a:ext uri="{FF2B5EF4-FFF2-40B4-BE49-F238E27FC236}">
                  <a16:creationId xmlns:a16="http://schemas.microsoft.com/office/drawing/2014/main" id="{4E490D9F-DF51-5B1B-5ADD-6151061963EB}"/>
                </a:ext>
              </a:extLst>
            </p:cNvPr>
            <p:cNvSpPr/>
            <p:nvPr/>
          </p:nvSpPr>
          <p:spPr>
            <a:xfrm>
              <a:off x="213614" y="2560551"/>
              <a:ext cx="1262064" cy="614163"/>
            </a:xfrm>
            <a:prstGeom prst="roundRect">
              <a:avLst>
                <a:gd name="adj" fmla="val 10578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Beber agua</a:t>
              </a:r>
            </a:p>
          </p:txBody>
        </p:sp>
        <p:sp>
          <p:nvSpPr>
            <p:cNvPr id="13" name="Retângulo: Cantos Arredondados 12">
              <a:extLst>
                <a:ext uri="{FF2B5EF4-FFF2-40B4-BE49-F238E27FC236}">
                  <a16:creationId xmlns:a16="http://schemas.microsoft.com/office/drawing/2014/main" id="{D93FC5E1-F90B-0E11-72E1-39639FFAD89A}"/>
                </a:ext>
              </a:extLst>
            </p:cNvPr>
            <p:cNvSpPr/>
            <p:nvPr/>
          </p:nvSpPr>
          <p:spPr>
            <a:xfrm>
              <a:off x="213614" y="3215810"/>
              <a:ext cx="1262064" cy="614163"/>
            </a:xfrm>
            <a:prstGeom prst="roundRect">
              <a:avLst>
                <a:gd name="adj" fmla="val 10578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Se Arrumar</a:t>
              </a:r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7E715680-73E3-017E-4DF6-4D81237A3740}"/>
                </a:ext>
              </a:extLst>
            </p:cNvPr>
            <p:cNvSpPr/>
            <p:nvPr/>
          </p:nvSpPr>
          <p:spPr>
            <a:xfrm>
              <a:off x="199539" y="5484686"/>
              <a:ext cx="1262064" cy="614163"/>
            </a:xfrm>
            <a:prstGeom prst="roundRect">
              <a:avLst>
                <a:gd name="adj" fmla="val 10578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Obedeceu</a:t>
              </a:r>
            </a:p>
          </p:txBody>
        </p:sp>
      </p:grp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4D0252FF-A564-B81F-E85E-A39B01305152}"/>
              </a:ext>
            </a:extLst>
          </p:cNvPr>
          <p:cNvGrpSpPr/>
          <p:nvPr/>
        </p:nvGrpSpPr>
        <p:grpSpPr>
          <a:xfrm>
            <a:off x="1738253" y="2007459"/>
            <a:ext cx="1538714" cy="4198134"/>
            <a:chOff x="75289" y="2007459"/>
            <a:chExt cx="1538714" cy="4198134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E8F45ECD-A19A-1497-4DE3-C119BF9301D8}"/>
                </a:ext>
              </a:extLst>
            </p:cNvPr>
            <p:cNvSpPr/>
            <p:nvPr/>
          </p:nvSpPr>
          <p:spPr>
            <a:xfrm>
              <a:off x="75289" y="2007459"/>
              <a:ext cx="1538714" cy="4198134"/>
            </a:xfrm>
            <a:prstGeom prst="roundRect">
              <a:avLst>
                <a:gd name="adj" fmla="val 10578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Terça</a:t>
              </a:r>
            </a:p>
            <a:p>
              <a:pPr algn="ctr"/>
              <a:endParaRPr lang="pt-BR" dirty="0"/>
            </a:p>
            <a:p>
              <a:pPr algn="ctr"/>
              <a:endParaRPr lang="pt-BR" dirty="0"/>
            </a:p>
            <a:p>
              <a:pPr algn="ctr"/>
              <a:endParaRPr lang="pt-BR" dirty="0"/>
            </a:p>
            <a:p>
              <a:pPr algn="ctr"/>
              <a:endParaRPr lang="pt-BR" dirty="0"/>
            </a:p>
            <a:p>
              <a:pPr algn="ctr"/>
              <a:endParaRPr lang="pt-BR" dirty="0"/>
            </a:p>
            <a:p>
              <a:pPr algn="ctr"/>
              <a:endParaRPr lang="pt-BR" dirty="0"/>
            </a:p>
            <a:p>
              <a:pPr algn="ctr"/>
              <a:endParaRPr lang="pt-BR" dirty="0"/>
            </a:p>
            <a:p>
              <a:pPr algn="ctr"/>
              <a:endParaRPr lang="pt-BR" dirty="0"/>
            </a:p>
            <a:p>
              <a:pPr algn="ctr"/>
              <a:endParaRPr lang="pt-BR" dirty="0"/>
            </a:p>
            <a:p>
              <a:pPr algn="ctr"/>
              <a:endParaRPr lang="pt-BR" dirty="0"/>
            </a:p>
            <a:p>
              <a:pPr algn="ctr"/>
              <a:endParaRPr lang="pt-BR" dirty="0"/>
            </a:p>
            <a:p>
              <a:pPr algn="ctr"/>
              <a:endParaRPr lang="pt-BR" dirty="0"/>
            </a:p>
            <a:p>
              <a:pPr algn="ctr"/>
              <a:endParaRPr lang="pt-BR" dirty="0"/>
            </a:p>
            <a:p>
              <a:pPr algn="ctr"/>
              <a:endParaRPr lang="pt-BR" dirty="0"/>
            </a:p>
          </p:txBody>
        </p:sp>
        <p:sp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D6BD82D6-439F-12D4-2ED3-E6BBF121D7F3}"/>
                </a:ext>
              </a:extLst>
            </p:cNvPr>
            <p:cNvSpPr/>
            <p:nvPr/>
          </p:nvSpPr>
          <p:spPr>
            <a:xfrm>
              <a:off x="213614" y="2560551"/>
              <a:ext cx="1262064" cy="614163"/>
            </a:xfrm>
            <a:prstGeom prst="roundRect">
              <a:avLst>
                <a:gd name="adj" fmla="val 10578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Beber agua</a:t>
              </a:r>
            </a:p>
          </p:txBody>
        </p:sp>
        <p:sp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id="{BE7173BB-2F50-2194-B385-34F8C2E54AD1}"/>
                </a:ext>
              </a:extLst>
            </p:cNvPr>
            <p:cNvSpPr/>
            <p:nvPr/>
          </p:nvSpPr>
          <p:spPr>
            <a:xfrm>
              <a:off x="213614" y="3215810"/>
              <a:ext cx="1262064" cy="614163"/>
            </a:xfrm>
            <a:prstGeom prst="roundRect">
              <a:avLst>
                <a:gd name="adj" fmla="val 10578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Se Arrumar</a:t>
              </a:r>
            </a:p>
          </p:txBody>
        </p:sp>
        <p:sp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061A3C87-CA8E-EA89-592C-20282ABB5A4B}"/>
                </a:ext>
              </a:extLst>
            </p:cNvPr>
            <p:cNvSpPr/>
            <p:nvPr/>
          </p:nvSpPr>
          <p:spPr>
            <a:xfrm>
              <a:off x="199539" y="5484686"/>
              <a:ext cx="1262064" cy="614163"/>
            </a:xfrm>
            <a:prstGeom prst="roundRect">
              <a:avLst>
                <a:gd name="adj" fmla="val 10578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Obedeceu</a:t>
              </a:r>
            </a:p>
          </p:txBody>
        </p: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D8E2321D-4582-2BEE-0C89-72CA68F956FE}"/>
              </a:ext>
            </a:extLst>
          </p:cNvPr>
          <p:cNvGrpSpPr/>
          <p:nvPr/>
        </p:nvGrpSpPr>
        <p:grpSpPr>
          <a:xfrm>
            <a:off x="3416515" y="2007459"/>
            <a:ext cx="1538714" cy="4198134"/>
            <a:chOff x="75289" y="2007459"/>
            <a:chExt cx="1538714" cy="4198134"/>
          </a:xfrm>
        </p:grpSpPr>
        <p:sp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7D229D7F-DB97-4AA9-E5E6-FF58D6FF0C2C}"/>
                </a:ext>
              </a:extLst>
            </p:cNvPr>
            <p:cNvSpPr/>
            <p:nvPr/>
          </p:nvSpPr>
          <p:spPr>
            <a:xfrm>
              <a:off x="75289" y="2007459"/>
              <a:ext cx="1538714" cy="4198134"/>
            </a:xfrm>
            <a:prstGeom prst="roundRect">
              <a:avLst>
                <a:gd name="adj" fmla="val 10578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Quarta</a:t>
              </a:r>
            </a:p>
            <a:p>
              <a:pPr algn="ctr"/>
              <a:endParaRPr lang="pt-BR" dirty="0"/>
            </a:p>
            <a:p>
              <a:pPr algn="ctr"/>
              <a:endParaRPr lang="pt-BR" dirty="0"/>
            </a:p>
            <a:p>
              <a:pPr algn="ctr"/>
              <a:endParaRPr lang="pt-BR" dirty="0"/>
            </a:p>
            <a:p>
              <a:pPr algn="ctr"/>
              <a:endParaRPr lang="pt-BR" dirty="0"/>
            </a:p>
            <a:p>
              <a:pPr algn="ctr"/>
              <a:endParaRPr lang="pt-BR" dirty="0"/>
            </a:p>
            <a:p>
              <a:pPr algn="ctr"/>
              <a:endParaRPr lang="pt-BR" dirty="0"/>
            </a:p>
            <a:p>
              <a:pPr algn="ctr"/>
              <a:endParaRPr lang="pt-BR" dirty="0"/>
            </a:p>
            <a:p>
              <a:pPr algn="ctr"/>
              <a:endParaRPr lang="pt-BR" dirty="0"/>
            </a:p>
            <a:p>
              <a:pPr algn="ctr"/>
              <a:endParaRPr lang="pt-BR" dirty="0"/>
            </a:p>
            <a:p>
              <a:pPr algn="ctr"/>
              <a:endParaRPr lang="pt-BR" dirty="0"/>
            </a:p>
            <a:p>
              <a:pPr algn="ctr"/>
              <a:endParaRPr lang="pt-BR" dirty="0"/>
            </a:p>
            <a:p>
              <a:pPr algn="ctr"/>
              <a:endParaRPr lang="pt-BR" dirty="0"/>
            </a:p>
            <a:p>
              <a:pPr algn="ctr"/>
              <a:endParaRPr lang="pt-BR" dirty="0"/>
            </a:p>
            <a:p>
              <a:pPr algn="ctr"/>
              <a:endParaRPr lang="pt-BR" dirty="0"/>
            </a:p>
          </p:txBody>
        </p:sp>
        <p:sp>
          <p:nvSpPr>
            <p:cNvPr id="27" name="Retângulo: Cantos Arredondados 26">
              <a:extLst>
                <a:ext uri="{FF2B5EF4-FFF2-40B4-BE49-F238E27FC236}">
                  <a16:creationId xmlns:a16="http://schemas.microsoft.com/office/drawing/2014/main" id="{F86FE330-40F2-3797-E559-B9631D9BE2B4}"/>
                </a:ext>
              </a:extLst>
            </p:cNvPr>
            <p:cNvSpPr/>
            <p:nvPr/>
          </p:nvSpPr>
          <p:spPr>
            <a:xfrm>
              <a:off x="213614" y="2560551"/>
              <a:ext cx="1262064" cy="614163"/>
            </a:xfrm>
            <a:prstGeom prst="roundRect">
              <a:avLst>
                <a:gd name="adj" fmla="val 10578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Beber agua</a:t>
              </a:r>
            </a:p>
          </p:txBody>
        </p:sp>
        <p:sp>
          <p:nvSpPr>
            <p:cNvPr id="28" name="Retângulo: Cantos Arredondados 27">
              <a:extLst>
                <a:ext uri="{FF2B5EF4-FFF2-40B4-BE49-F238E27FC236}">
                  <a16:creationId xmlns:a16="http://schemas.microsoft.com/office/drawing/2014/main" id="{46872ED9-47E2-1174-A377-BF872A7E82DF}"/>
                </a:ext>
              </a:extLst>
            </p:cNvPr>
            <p:cNvSpPr/>
            <p:nvPr/>
          </p:nvSpPr>
          <p:spPr>
            <a:xfrm>
              <a:off x="213614" y="3215810"/>
              <a:ext cx="1262064" cy="614163"/>
            </a:xfrm>
            <a:prstGeom prst="roundRect">
              <a:avLst>
                <a:gd name="adj" fmla="val 10578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Se Arrumar</a:t>
              </a:r>
            </a:p>
          </p:txBody>
        </p:sp>
        <p:sp>
          <p:nvSpPr>
            <p:cNvPr id="29" name="Retângulo: Cantos Arredondados 28">
              <a:extLst>
                <a:ext uri="{FF2B5EF4-FFF2-40B4-BE49-F238E27FC236}">
                  <a16:creationId xmlns:a16="http://schemas.microsoft.com/office/drawing/2014/main" id="{7FF2E7C6-B7DF-161F-BCCB-5F651BCDEA02}"/>
                </a:ext>
              </a:extLst>
            </p:cNvPr>
            <p:cNvSpPr/>
            <p:nvPr/>
          </p:nvSpPr>
          <p:spPr>
            <a:xfrm>
              <a:off x="199539" y="5484686"/>
              <a:ext cx="1262064" cy="614163"/>
            </a:xfrm>
            <a:prstGeom prst="roundRect">
              <a:avLst>
                <a:gd name="adj" fmla="val 10578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Obedeceu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8383727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40</Words>
  <Application>Microsoft Office PowerPoint</Application>
  <PresentationFormat>Widescreen</PresentationFormat>
  <Paragraphs>59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Redes Brasil</dc:creator>
  <cp:lastModifiedBy>Redes Brasil</cp:lastModifiedBy>
  <cp:revision>2</cp:revision>
  <dcterms:created xsi:type="dcterms:W3CDTF">2026-01-17T11:55:57Z</dcterms:created>
  <dcterms:modified xsi:type="dcterms:W3CDTF">2026-02-08T20:27:11Z</dcterms:modified>
</cp:coreProperties>
</file>